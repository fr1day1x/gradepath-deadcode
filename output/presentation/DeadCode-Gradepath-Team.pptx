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8cdc47221c4033" /><Relationship Type="http://schemas.openxmlformats.org/officeDocument/2006/relationships/extended-properties" Target="/docProps/app.xml" Id="R08bc0c8d84014c22" /><Relationship Type="http://schemas.openxmlformats.org/officeDocument/2006/relationships/officeDocument" Target="/ppt/presentation.xml" Id="Racece685b160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9c913b9f12409f"/>
  </p:sldMasterIdLst>
  <p:notesMasterIdLst>
    <p:notesMasterId xmlns:r="http://schemas.openxmlformats.org/officeDocument/2006/relationships" r:id="Rbf342abc31f84992"/>
  </p:notesMasterIdLst>
  <p:sldIdLst>
    <p:sldId xmlns:r="http://schemas.openxmlformats.org/officeDocument/2006/relationships" id="256" r:id="R5ea61a5250da47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e5ec16ab1e4c49" /><Relationship Type="http://schemas.openxmlformats.org/officeDocument/2006/relationships/slideMaster" Target="/ppt/slideMasters/slideMaster1.xml" Id="R819c913b9f12409f" /><Relationship Type="http://schemas.openxmlformats.org/officeDocument/2006/relationships/notesMaster" Target="/ppt/notesMasters/notesMaster1.xml" Id="Rbf342abc31f84992" /><Relationship Type="http://schemas.openxmlformats.org/officeDocument/2006/relationships/presProps" Target="/ppt/presProps.xml" Id="Rf482111ef6fc4333" /><Relationship Type="http://schemas.openxmlformats.org/officeDocument/2006/relationships/tableStyles" Target="/ppt/tableStyles.xml" Id="R72da0a68f91c4555" /><Relationship Type="http://schemas.openxmlformats.org/officeDocument/2006/relationships/slide" Target="/ppt/slides/slide1.xml" Id="R5ea61a5250da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e208135361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1a3cda3a24b53" /><Relationship Type="http://schemas.openxmlformats.org/officeDocument/2006/relationships/notesMaster" Target="/ppt/notesMasters/notesMaster1.xml" Id="Rdfc864f8d2f942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DeadCode, Knox College. Members: Kamlesh Kumar, Mohsin Asad, Eeman Naveed. Gradepath supports editable course policies, interactive final-exam scenarios, and account-owned saved policy presets. Detailed policies remain separate from the dashboard simulator. Visual: screenshot of the existing Gradepath BMO-style calculator model, src/BmoModel.ts and src/Astro.tsx, based on the user-provided Adventure Time BMO reference. BMO is an Adventure Time character. App artwork used for this student project; no affiliation claimed. Stack: React, TypeScript, Flask, Python and SQLite.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3f372f5d847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3912350ec42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bbd9516c347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50bd86bf142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02ed7e36147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12ce914d243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46D023-3D98-43D3-9488-03ECD9204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366AF7-09C9-42FC-8EE1-F9E27ED7AE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61E9A6-E3FE-44C7-94B5-C108E2665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445B80-F8A2-4738-ACD0-F5C85E41A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88FA15-AF2F-4E4D-B241-71351A0F7D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A84D42-DC5D-495D-9802-4E6B1808B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5D394B-F19B-442C-9557-23EFDEA395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1280FB-E4F9-46E3-BD5C-81896CF514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AC6787-8808-4CAF-8D98-5E92F3186B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5DEFC5-9370-421F-91FA-3241483FA5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d17ec820644112" /><Relationship Type="http://schemas.openxmlformats.org/officeDocument/2006/relationships/slideLayout" Target="/ppt/slideLayouts/slideLayout1.xml" Id="R1ccdc81e6b4b41cf" /><Relationship Type="http://schemas.openxmlformats.org/officeDocument/2006/relationships/slideLayout" Target="/ppt/slideLayouts/slideLayout2.xml" Id="R9bd3c8a28bc94cf3" /><Relationship Type="http://schemas.openxmlformats.org/officeDocument/2006/relationships/slideLayout" Target="/ppt/slideLayouts/slideLayout3.xml" Id="Rc43d4ab57b884bd7" /><Relationship Type="http://schemas.openxmlformats.org/officeDocument/2006/relationships/slideLayout" Target="/ppt/slideLayouts/slideLayout4.xml" Id="Rcbde962538f74ad6" /><Relationship Type="http://schemas.openxmlformats.org/officeDocument/2006/relationships/slideLayout" Target="/ppt/slideLayouts/slideLayout5.xml" Id="R8fa6bed566a44af6" /><Relationship Type="http://schemas.openxmlformats.org/officeDocument/2006/relationships/slideLayout" Target="/ppt/slideLayouts/slideLayout6.xml" Id="R144b7442a133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cdc81e6b4b41cf"/>
    <p:sldLayoutId xmlns:r="http://schemas.openxmlformats.org/officeDocument/2006/relationships" id="2147483650" r:id="R9bd3c8a28bc94cf3"/>
    <p:sldLayoutId xmlns:r="http://schemas.openxmlformats.org/officeDocument/2006/relationships" id="2147483651" r:id="Rc43d4ab57b884bd7"/>
    <p:sldLayoutId xmlns:r="http://schemas.openxmlformats.org/officeDocument/2006/relationships" id="2147483652" r:id="Rcbde962538f74ad6"/>
    <p:sldLayoutId xmlns:r="http://schemas.openxmlformats.org/officeDocument/2006/relationships" id="2147483653" r:id="R8fa6bed566a44af6"/>
    <p:sldLayoutId xmlns:r="http://schemas.openxmlformats.org/officeDocument/2006/relationships" id="2147483654" r:id="R144b7442a133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4e83212a640ad" /><Relationship Type="http://schemas.openxmlformats.org/officeDocument/2006/relationships/image" Target="/ppt/media/image.png" Id="R16259689a4094af8" /><Relationship Type="http://schemas.openxmlformats.org/officeDocument/2006/relationships/notesSlide" Target="/ppt/notesSlides/notesSlide1.xml" Id="Rf84ce0e99c1a42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F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vent">
            <a:extLst xmlns:a="http://schemas.openxmlformats.org/drawingml/2006/main">
              <a:ext uri="{FF2B5EF4-FFF2-40B4-BE49-F238E27FC236}">
                <a16:creationId xmlns:a16="http://schemas.microsoft.com/office/drawing/2014/main" id="{17529E1B-3A8D-475C-B4A1-E8FE847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533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33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3347"/>
                </a:solidFill>
                <a:latin typeface="Arial"/>
                <a:ea typeface="Arial"/>
                <a:cs typeface="Arial"/>
              </a:rPr>
              <a:t>CCSC:MW 2026 HACKATHON</a:t>
            </a:r>
          </a:p>
        </p:txBody>
      </p:sp>
      <p:sp>
        <p:nvSpPr>
          <p:cNvPr id="2" name="project">
            <a:extLst xmlns:a="http://schemas.openxmlformats.org/drawingml/2006/main">
              <a:ext uri="{FF2B5EF4-FFF2-40B4-BE49-F238E27FC236}">
                <a16:creationId xmlns:a16="http://schemas.microsoft.com/office/drawing/2014/main" id="{18C5C787-27CE-4D17-80AA-5692F002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7533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753347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753347"/>
                </a:solidFill>
                <a:latin typeface="Arial"/>
                <a:ea typeface="Arial"/>
                <a:cs typeface="Arial"/>
              </a:rPr>
              <a:t>Gradepath</a:t>
            </a:r>
          </a:p>
        </p:txBody>
      </p:sp>
      <p:sp>
        <p:nvSpPr>
          <p:cNvPr id="3" name="description">
            <a:extLst xmlns:a="http://schemas.openxmlformats.org/drawingml/2006/main">
              <a:ext uri="{FF2B5EF4-FFF2-40B4-BE49-F238E27FC236}">
                <a16:creationId xmlns:a16="http://schemas.microsoft.com/office/drawing/2014/main" id="{6EFE5A55-D1D4-4D1E-822F-A4670E75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676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4262C"/>
                </a:solidFill>
                <a:latin typeface="Arial"/>
                <a:ea typeface="Arial"/>
                <a:cs typeface="Arial"/>
              </a:rPr>
              <a:t>A grade simulator for the syllabus</a:t>
            </a:r>
          </a:p>
          <a:p xmlns:a="http://schemas.openxmlformats.org/drawingml/2006/main">
            <a:pPr>
              <a:defRPr sz="255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34262C"/>
                </a:solidFill>
                <a:latin typeface="Arial"/>
                <a:ea typeface="Arial"/>
                <a:cs typeface="Arial"/>
              </a:rPr>
              <a:t>you actually have.</a:t>
            </a:r>
          </a:p>
        </p:txBody>
      </p:sp>
      <p:sp>
        <p:nvSpPr>
          <p:cNvPr id="4" name="features">
            <a:extLst xmlns:a="http://schemas.openxmlformats.org/drawingml/2006/main">
              <a:ext uri="{FF2B5EF4-FFF2-40B4-BE49-F238E27FC236}">
                <a16:creationId xmlns:a16="http://schemas.microsoft.com/office/drawing/2014/main" id="{FBD4CF29-433B-4C2E-A8E4-D5CE322D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647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54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54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545C"/>
                </a:solidFill>
                <a:latin typeface="Arial"/>
                <a:ea typeface="Arial"/>
                <a:cs typeface="Arial"/>
              </a:rPr>
              <a:t>Editable grading rules</a:t>
            </a:r>
          </a:p>
          <a:p xmlns:a="http://schemas.openxmlformats.org/drawingml/2006/main">
            <a:pPr>
              <a:defRPr sz="1875" b="0">
                <a:solidFill>
                  <a:srgbClr val="6654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545C"/>
                </a:solidFill>
                <a:latin typeface="Arial"/>
                <a:ea typeface="Arial"/>
                <a:cs typeface="Arial"/>
              </a:rPr>
              <a:t>Interactive final-exam scenarios</a:t>
            </a:r>
          </a:p>
          <a:p xmlns:a="http://schemas.openxmlformats.org/drawingml/2006/main">
            <a:pPr>
              <a:defRPr sz="1875" b="0">
                <a:solidFill>
                  <a:srgbClr val="6654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545C"/>
                </a:solidFill>
                <a:latin typeface="Arial"/>
                <a:ea typeface="Arial"/>
                <a:cs typeface="Arial"/>
              </a:rPr>
              <a:t>Private saved course presets</a:t>
            </a:r>
          </a:p>
        </p:txBody>
      </p:sp>
      <p:sp>
        <p:nvSpPr>
          <p:cNvPr id="5" name="team">
            <a:extLst xmlns:a="http://schemas.openxmlformats.org/drawingml/2006/main">
              <a:ext uri="{FF2B5EF4-FFF2-40B4-BE49-F238E27FC236}">
                <a16:creationId xmlns:a16="http://schemas.microsoft.com/office/drawing/2014/main" id="{9123D259-BD47-49C2-A5B4-2F80E97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533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75334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53347"/>
                </a:solidFill>
                <a:latin typeface="Arial"/>
                <a:ea typeface="Arial"/>
                <a:cs typeface="Arial"/>
              </a:rPr>
              <a:t>DeadCode</a:t>
            </a:r>
          </a:p>
        </p:txBody>
      </p:sp>
      <p:sp>
        <p:nvSpPr>
          <p:cNvPr id="6" name="school">
            <a:extLst xmlns:a="http://schemas.openxmlformats.org/drawingml/2006/main">
              <a:ext uri="{FF2B5EF4-FFF2-40B4-BE49-F238E27FC236}">
                <a16:creationId xmlns:a16="http://schemas.microsoft.com/office/drawing/2014/main" id="{69B92CA3-C6A1-446A-9966-00A1FD4A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262C"/>
                </a:solidFill>
                <a:latin typeface="Arial"/>
                <a:ea typeface="Arial"/>
                <a:cs typeface="Arial"/>
              </a:rPr>
              <a:t>Knox College</a:t>
            </a:r>
          </a:p>
        </p:txBody>
      </p:sp>
      <p:sp>
        <p:nvSpPr>
          <p:cNvPr id="7" name="members">
            <a:extLst xmlns:a="http://schemas.openxmlformats.org/drawingml/2006/main">
              <a:ext uri="{FF2B5EF4-FFF2-40B4-BE49-F238E27FC236}">
                <a16:creationId xmlns:a16="http://schemas.microsoft.com/office/drawing/2014/main" id="{8390297F-AD2E-4AE2-8E0C-C9690C37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262C"/>
                </a:solidFill>
                <a:latin typeface="Arial"/>
                <a:ea typeface="Arial"/>
                <a:cs typeface="Arial"/>
              </a:rPr>
              <a:t>Kamlesh Kumar</a:t>
            </a:r>
          </a:p>
          <a:p xmlns:a="http://schemas.openxmlformats.org/drawingml/2006/main">
            <a:pPr>
              <a:defRPr sz="180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262C"/>
                </a:solidFill>
                <a:latin typeface="Arial"/>
                <a:ea typeface="Arial"/>
                <a:cs typeface="Arial"/>
              </a:rPr>
              <a:t>Mohsin Asad</a:t>
            </a:r>
          </a:p>
          <a:p xmlns:a="http://schemas.openxmlformats.org/drawingml/2006/main">
            <a:pPr>
              <a:defRPr sz="1800" b="0">
                <a:solidFill>
                  <a:srgbClr val="34262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262C"/>
                </a:solidFill>
                <a:latin typeface="Arial"/>
                <a:ea typeface="Arial"/>
                <a:cs typeface="Arial"/>
              </a:rPr>
              <a:t>Eeman Naveed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00662-913D-4910-B0B9-D28E7DA61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59689a4094af8"/>
          <a:stretch xmlns:a="http://schemas.openxmlformats.org/drawingml/2006/main"/>
        </p:blipFill>
        <p:spPr>
          <a:xfrm xmlns:a="http://schemas.openxmlformats.org/drawingml/2006/main">
            <a:off x="7569200" y="1162050"/>
            <a:ext cx="4235450" cy="4972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41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2026-10-10T03:13:57.2160000Z</dcterms:created>
  <dcterms:modified xsi:type="dcterms:W3CDTF">2026-10-10T03:13:57.2170000Z</dcterms:modified>
</coreProperties>
</file>